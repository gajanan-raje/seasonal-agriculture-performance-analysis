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3"/>
  </p:notesMasterIdLst>
  <p:handoutMasterIdLst>
    <p:handoutMasterId r:id="rId24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41" r:id="rId19"/>
    <p:sldId id="342" r:id="rId20"/>
    <p:sldId id="343" r:id="rId21"/>
    <p:sldId id="30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72" d="100"/>
          <a:sy n="72" d="100"/>
        </p:scale>
        <p:origin x="576" y="78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75957" y="3588198"/>
            <a:ext cx="5808845" cy="861497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 b="0" dirty="0">
                <a:solidFill>
                  <a:schemeClr val="tx1"/>
                </a:solidFill>
              </a:rPr>
              <a:t>Student Name-  Gajanan Harinarayan Raje </a:t>
            </a:r>
            <a:endParaRPr lang="en-IN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College Name- MGM’s College of </a:t>
            </a:r>
            <a:r>
              <a:rPr lang="en-US" b="0" dirty="0" err="1">
                <a:solidFill>
                  <a:schemeClr val="tx1"/>
                </a:solidFill>
              </a:rPr>
              <a:t>Coumputer</a:t>
            </a:r>
            <a:r>
              <a:rPr lang="en-US" b="0" dirty="0">
                <a:solidFill>
                  <a:schemeClr val="tx1"/>
                </a:solidFill>
              </a:rPr>
              <a:t> Science &amp; IT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3" y="2844750"/>
            <a:ext cx="9764349" cy="743448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– Seasonal Agricultural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675957" y="4546812"/>
            <a:ext cx="51019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STU6a4b6f5ea97291783329606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2" y="1690210"/>
            <a:ext cx="7143363" cy="4432027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Agricultural performance is influenced by seasonal variations in environmental conditions, farming practices, resource availability, and market conditions.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Raw agricultural data does not clearly reveal: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How performance changes across seasons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What patterns exist in different seasonal conditions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The problem: Analyze the seasonal agriculture dataset to identify meaningful patterns, trends, relationships, and variations in agricultural performance across Kharif, Rabi, and Zaid seasons.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7529444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sz="2200" dirty="0"/>
            </a:br>
            <a:r>
              <a:rPr lang="en-GB" sz="2200" dirty="0"/>
              <a:t>This project </a:t>
            </a:r>
            <a:r>
              <a:rPr lang="en-GB" sz="2200" dirty="0" err="1"/>
              <a:t>analyzes</a:t>
            </a:r>
            <a:r>
              <a:rPr lang="en-GB" sz="2200" dirty="0"/>
              <a:t> seasonal agricultural performance using a dataset of 4000 farm records across Kharif, Rabi, and Zaid seasons, covering environmental, farming input, and economic factors.</a:t>
            </a:r>
            <a:br>
              <a:rPr lang="en-GB" sz="2200" dirty="0"/>
            </a:br>
            <a:r>
              <a:rPr lang="en-GB" sz="2200" dirty="0"/>
              <a:t>Approach:</a:t>
            </a:r>
            <a:br>
              <a:rPr lang="en-GB" sz="2200" dirty="0"/>
            </a:br>
            <a:r>
              <a:rPr lang="en-GB" sz="2200" dirty="0"/>
              <a:t>Cleaned missing data (season-wise median imputation)</a:t>
            </a:r>
            <a:br>
              <a:rPr lang="en-GB" sz="2200" dirty="0"/>
            </a:br>
            <a:r>
              <a:rPr lang="en-GB" sz="2200" dirty="0"/>
              <a:t>Performed EDA and seasonal comparison (yield, profit, water usage, disease risk)</a:t>
            </a:r>
            <a:br>
              <a:rPr lang="en-GB" sz="2200" dirty="0"/>
            </a:br>
            <a:r>
              <a:rPr lang="en-GB" sz="2200" dirty="0"/>
              <a:t>Created 9 visualizations (boxplots, heatmaps, bar charts)</a:t>
            </a:r>
            <a:br>
              <a:rPr lang="en-GB" sz="2200" dirty="0"/>
            </a:br>
            <a:r>
              <a:rPr lang="en-GB" sz="2200" dirty="0"/>
              <a:t>Applied ANOVA statistical test to validate seasonal differences</a:t>
            </a:r>
            <a:br>
              <a:rPr lang="en-GB" sz="2200" dirty="0"/>
            </a:br>
            <a:r>
              <a:rPr lang="en-GB" sz="2200" dirty="0"/>
              <a:t>Tools: Python, Pandas, Matplotlib, Seaborn, SciPy (Google </a:t>
            </a:r>
            <a:r>
              <a:rPr lang="en-GB" sz="2200" dirty="0" err="1"/>
              <a:t>Colab</a:t>
            </a:r>
            <a:r>
              <a:rPr lang="en-GB" sz="2200" dirty="0"/>
              <a:t>)</a:t>
            </a:r>
            <a:br>
              <a:rPr lang="en-GB" sz="2200" dirty="0"/>
            </a:br>
            <a:r>
              <a:rPr lang="en-GB" sz="2200" dirty="0"/>
              <a:t>Key Finding: Kharif shows highest yield &amp; profit; Zaid runs at a loss on average. </a:t>
            </a:r>
            <a:br>
              <a:rPr lang="en-GB" sz="2200" dirty="0"/>
            </a:br>
            <a:endParaRPr lang="en-I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8131093" cy="4497546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600" dirty="0"/>
              <a:t>Farmers — Season-wise crop and resource planning based on data insights</a:t>
            </a:r>
          </a:p>
          <a:p>
            <a:pPr algn="just">
              <a:lnSpc>
                <a:spcPct val="150000"/>
              </a:lnSpc>
            </a:pPr>
            <a:r>
              <a:rPr lang="en-US" sz="1600" dirty="0"/>
              <a:t>Agricultural Officers / Extension Workers — Advising farmers with evidence-based recommendations</a:t>
            </a:r>
          </a:p>
          <a:p>
            <a:pPr algn="just">
              <a:lnSpc>
                <a:spcPct val="150000"/>
              </a:lnSpc>
            </a:pPr>
            <a:r>
              <a:rPr lang="en-US" sz="1600" dirty="0"/>
              <a:t>Government Agriculture Departments — Policy-making for seasonal support schemes and subsidies</a:t>
            </a:r>
          </a:p>
          <a:p>
            <a:pPr algn="just">
              <a:lnSpc>
                <a:spcPct val="150000"/>
              </a:lnSpc>
            </a:pPr>
            <a:r>
              <a:rPr lang="en-US" sz="1600" dirty="0"/>
              <a:t>Agri-business &amp; Supply Chain Companies — Forecasting production and market planning</a:t>
            </a:r>
          </a:p>
          <a:p>
            <a:pPr algn="just">
              <a:lnSpc>
                <a:spcPct val="150000"/>
              </a:lnSpc>
            </a:pPr>
            <a:r>
              <a:rPr lang="en-US" sz="1600" dirty="0"/>
              <a:t>Researchers / Data Analysts — Further study on seasonal agricultural trends</a:t>
            </a:r>
          </a:p>
          <a:p>
            <a:pPr algn="just">
              <a:lnSpc>
                <a:spcPct val="150000"/>
              </a:lnSpc>
            </a:pPr>
            <a:r>
              <a:rPr lang="en-US" sz="1600" dirty="0"/>
              <a:t>Banks / Insurance Providers (Agri-loans) — Risk assessment based on seasonal profit/loss patterns</a:t>
            </a:r>
            <a:endParaRPr lang="en-IN" sz="1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9000" y="1376515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IN" dirty="0"/>
              <a:t>Programming Language: Python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Platform: Google </a:t>
            </a:r>
            <a:r>
              <a:rPr lang="en-IN" dirty="0" err="1"/>
              <a:t>Colab</a:t>
            </a:r>
            <a:r>
              <a:rPr lang="en-IN" dirty="0"/>
              <a:t> (Jupyter Notebook environment)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Libraries: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Pandas, NumPy — Data cleaning &amp; manipulation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Matplotlib, Seaborn — Data visualization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SciPy — Statistical testing (ANOVA)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Data Source: CSV (Seasonal Agriculture Performance Dataset)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Presentation: Microsoft PowerPoint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79CE7C-8A8C-9BB5-3161-98F8392EE4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234493"/>
            <a:ext cx="8041048" cy="5430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5D5762-E7E1-B924-B923-6C15ADE64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70" y="1404695"/>
            <a:ext cx="7305134" cy="527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E1B241-3BE7-AC73-4AE5-0AA84C965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01" y="1215510"/>
            <a:ext cx="10780798" cy="5271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6926A0-88F2-8A4D-01A5-C6E079580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01" y="1254247"/>
            <a:ext cx="10780798" cy="508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5E38B-860F-6694-9B10-BBBF1D411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C5F196-368F-159E-B00F-7290756140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33FC85B-183B-C5C7-11B6-364F954E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8A4BBD56-FD0D-BC56-2C41-82FBF8CC70D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D4D69CD4-8A96-722B-837D-5943F6911F3D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327D56-EF54-2F45-5CF0-527C4E822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01586"/>
            <a:ext cx="12192000" cy="5270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28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8F23B-FE20-593D-3101-DFEF81490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3006C5-4F28-1A81-EFC4-D80E302F8A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5F0FEAF-D48A-62D7-6D30-38736C96B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0F6305F-11C9-3513-75A6-AEA80ECFE47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E3B74F1-DCCF-0B34-C946-88B8C8C7E6E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7BB474-F717-6DF8-7894-E8809C0C1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275371"/>
            <a:ext cx="8984878" cy="505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01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5CEF6-F5CF-859B-5D71-3E84677A8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329D02-AC65-4FBF-E492-698CE475B1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420EE46-A9CD-B817-A1AA-AFA9E855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56C7756-7592-3F3B-D102-F7735A8262B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797E44D9-8240-44B3-3521-AF0388782C97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DADCF9-ED0C-B5BF-1009-3748F4394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09" y="1201586"/>
            <a:ext cx="10416207" cy="5656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691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68033-B04B-1850-AE1A-8F52B31A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583481-19F0-2394-AEB1-A7B1CE829F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6971628-AD31-9E5A-5D1B-322D792A8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9BAF15-2735-48E7-54D8-0A64CEDDCB3E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A5E8713B-F181-E736-72F3-24B5B0D9E78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970CB0-3ED2-D4E3-F082-22BCA15A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30" y="1254247"/>
            <a:ext cx="9170505" cy="523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08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0808-5362-063A-EBC4-0A2972F0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C53527-76E8-A927-FC83-2005AAD3871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701DF79-5090-D9EA-D2AB-3C9B7A883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65AEE3AF-CC0B-298B-998B-B89D358628E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07094F3-501C-1DB7-96BF-1D983AC86CA7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4AA768-C5FE-CAAA-EB2D-6511CB9EB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275371"/>
            <a:ext cx="9659132" cy="51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06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7AD8E-621A-C599-E6BD-456653A30462}"/>
              </a:ext>
            </a:extLst>
          </p:cNvPr>
          <p:cNvSpPr txBox="1"/>
          <p:nvPr/>
        </p:nvSpPr>
        <p:spPr>
          <a:xfrm>
            <a:off x="320982" y="1275371"/>
            <a:ext cx="85447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Apply Machine Learning models to predict yield/profit based on season and environmental factors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Include more seasons/years of historical data for deeper trend analysis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Build an interactive dashboard (Power BI / Tableau) for real-time seasonal monitoring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Incorporate weather forecasting data to give farmers proactive seasonal recommendations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Extend analysis to region-wise soil health mapping for precision agriculture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400" dirty="0"/>
              <a:t>Develop a mobile app to deliver seasonal insights directly to farmers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5C0586-F178-B7B0-8CA3-2B8FF0624C72}"/>
              </a:ext>
            </a:extLst>
          </p:cNvPr>
          <p:cNvSpPr txBox="1"/>
          <p:nvPr/>
        </p:nvSpPr>
        <p:spPr>
          <a:xfrm>
            <a:off x="675957" y="2226365"/>
            <a:ext cx="8249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https://github.com/Gajanan-raje/Seasonal-Agriculture-Performance-Analysis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1E8D44-7CD2-0639-948B-A64AF0D28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688" y="1608410"/>
            <a:ext cx="8589926" cy="493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614</TotalTime>
  <Words>461</Words>
  <Application>Microsoft Office PowerPoint</Application>
  <PresentationFormat>Widescreen</PresentationFormat>
  <Paragraphs>50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Trebuchet MS</vt:lpstr>
      <vt:lpstr>Wingdings</vt:lpstr>
      <vt:lpstr>Wingdings 3</vt:lpstr>
      <vt:lpstr>Facet</vt:lpstr>
      <vt:lpstr>Project Title – Seasonal Agricultural Performance Analysis</vt:lpstr>
      <vt:lpstr>PROBLEM  STATEMENT</vt:lpstr>
      <vt:lpstr>Project Description  This project analyzes seasonal agricultural performance using a dataset of 4000 farm records across Kharif, Rabi, and Zaid seasons, covering environmental, farming input, and economic factors. Approach: Cleaned missing data (season-wise median imputation) Performed EDA and seasonal comparison (yield, profit, water usage, disease risk) Created 9 visualizations (boxplots, heatmaps, bar charts) Applied ANOVA statistical test to validate seasonal differences Tools: Python, Pandas, Matplotlib, Seaborn, SciPy (Google Colab) Key Finding: Kharif shows highest yield &amp; profit; Zaid runs at a loss on average.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User</cp:lastModifiedBy>
  <cp:revision>99</cp:revision>
  <dcterms:created xsi:type="dcterms:W3CDTF">2021-07-11T13:13:15Z</dcterms:created>
  <dcterms:modified xsi:type="dcterms:W3CDTF">2026-09-05T06:17:59Z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